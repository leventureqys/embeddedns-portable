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1.wav</c:v>
                </c:pt>
                <c:pt idx="1">
                  <c:v>2.wav</c:v>
                </c:pt>
                <c:pt idx="2">
                  <c:v>3.wav</c:v>
                </c:pt>
                <c:pt idx="3">
                  <c:v>4.wav</c:v>
                </c:pt>
                <c:pt idx="4">
                  <c:v>5.wav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0.8</c:v>
                </c:pt>
                <c:pt idx="2">
                  <c:v>0.87</c:v>
                </c:pt>
                <c:pt idx="3">
                  <c:v>2.04</c:v>
                </c:pt>
                <c:pt idx="4">
                  <c:v>1.21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1.wav</c:v>
                </c:pt>
                <c:pt idx="1">
                  <c:v>2.wav</c:v>
                </c:pt>
                <c:pt idx="2">
                  <c:v>3.wav</c:v>
                </c:pt>
                <c:pt idx="3">
                  <c:v>4.wav</c:v>
                </c:pt>
                <c:pt idx="4">
                  <c:v>5.wav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1.24</c:v>
                </c:pt>
                <c:pt idx="1">
                  <c:v>1.16</c:v>
                </c:pt>
                <c:pt idx="2">
                  <c:v>1.29</c:v>
                </c:pt>
                <c:pt idx="3">
                  <c:v>2.41</c:v>
                </c:pt>
                <c:pt idx="4">
                  <c:v>1.63</c:v>
                </c:pt>
              </c:numCache>
            </c:numRef>
          </c:val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微软雅黑"/>
              </a:rPr>
              <a:t>冒烟测试：中文标题与正文渲染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5720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微软雅黑"/>
              </a:rPr>
              <a:t>结构校验：ZIP/XML 完整性与内部关系</a:t>
            </a:r>
          </a:p>
          <a:p>
            <a:r>
              <a:rPr sz="1700">
                <a:latin typeface="微软雅黑"/>
              </a:rPr>
              <a:t>渲染预览：LibreOffice Kit 导出 PDF 与关键页 PNG</a:t>
            </a:r>
          </a:p>
          <a:p>
            <a:r>
              <a:rPr sz="1700">
                <a:latin typeface="微软雅黑"/>
              </a:rPr>
              <a:t>数值一致：原生图表数据须与源 CSV 对齐</a:t>
            </a:r>
          </a:p>
          <a:p>
            <a:r>
              <a:rPr sz="1700">
                <a:latin typeface="微软雅黑"/>
              </a:rPr>
              <a:t>版式规范：16:9，图内最小字号满足投影可读</a:t>
            </a:r>
          </a:p>
        </p:txBody>
      </p:sp>
      <p:pic>
        <p:nvPicPr>
          <p:cNvPr id="4" name="Picture 3" descr="smoke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621792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微软雅黑"/>
              </a:rPr>
              <a:t>原生图表：能量衰减对比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微软雅黑"/>
              </a:rPr>
              <a:t>原生表格：逐文件明细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latin typeface="微软雅黑"/>
                        </a:rPr>
                        <a:t>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微软雅黑"/>
                        </a:rPr>
                        <a:t>时长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微软雅黑"/>
                        </a:rPr>
                        <a:t>基线衰减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微软雅黑"/>
                        </a:rPr>
                        <a:t>优化衰减 (dB)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1.wav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18.62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1.24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2.wav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21.06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1.16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3.wav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16.96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</a:rPr>
                        <a:t>1.29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微软雅黑"/>
              </a:rPr>
              <a:t>附录 B：检查方法与限制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微软雅黑"/>
              </a:rPr>
              <a:t>本页为冒烟测试占位，正式报告中此处注明结构校验与视觉检查的责任归属。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