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DNS-MOS OVRL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不处理（原始输入）</c:v>
                </c:pt>
                <c:pt idx="1">
                  <c:v>基线（对齐固件）</c:v>
                </c:pt>
                <c:pt idx="2">
                  <c:v>基线 + D1</c:v>
                </c:pt>
                <c:pt idx="3">
                  <c:v>基线 + D1 + D5</c:v>
                </c:pt>
                <c:pt idx="4">
                  <c:v>基线 + D1 + D5 + D6</c:v>
                </c:pt>
                <c:pt idx="5">
                  <c:v>优化（含 D8）</c:v>
                </c:pt>
                <c:pt idx="6">
                  <c:v>参照路径（ENC_Core）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3.321</c:v>
                </c:pt>
                <c:pt idx="1">
                  <c:v>3.301</c:v>
                </c:pt>
                <c:pt idx="2">
                  <c:v>3.301</c:v>
                </c:pt>
                <c:pt idx="3">
                  <c:v>3.301</c:v>
                </c:pt>
                <c:pt idx="4">
                  <c:v>3.308</c:v>
                </c:pt>
                <c:pt idx="5">
                  <c:v>3.374</c:v>
                </c:pt>
                <c:pt idx="6">
                  <c:v>3.384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414F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DNS-MOS OVRL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不处理（原始输入）</c:v>
                </c:pt>
                <c:pt idx="1">
                  <c:v>基线（对齐固件）</c:v>
                </c:pt>
                <c:pt idx="2">
                  <c:v>优化（含 D8）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3.321</c:v>
                </c:pt>
                <c:pt idx="1">
                  <c:v>3.301</c:v>
                </c:pt>
                <c:pt idx="2">
                  <c:v>3.374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414F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不处理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3.426</c:v>
                </c:pt>
                <c:pt idx="1">
                  <c:v>3.283</c:v>
                </c:pt>
                <c:pt idx="2">
                  <c:v>3.134</c:v>
                </c:pt>
                <c:pt idx="3">
                  <c:v>3.186</c:v>
                </c:pt>
                <c:pt idx="4">
                  <c:v>3.3</c:v>
                </c:pt>
                <c:pt idx="5">
                  <c:v>3.251</c:v>
                </c:pt>
                <c:pt idx="6">
                  <c:v>3.502</c:v>
                </c:pt>
                <c:pt idx="7">
                  <c:v>3.435</c:v>
                </c:pt>
                <c:pt idx="8">
                  <c:v>3.369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基线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3.201</c:v>
                </c:pt>
                <c:pt idx="1">
                  <c:v>3.2</c:v>
                </c:pt>
                <c:pt idx="2">
                  <c:v>3.049</c:v>
                </c:pt>
                <c:pt idx="3">
                  <c:v>3.293</c:v>
                </c:pt>
                <c:pt idx="4">
                  <c:v>3.282</c:v>
                </c:pt>
                <c:pt idx="5">
                  <c:v>3.297</c:v>
                </c:pt>
                <c:pt idx="6">
                  <c:v>3.457</c:v>
                </c:pt>
                <c:pt idx="7">
                  <c:v>3.488</c:v>
                </c:pt>
                <c:pt idx="8">
                  <c:v>3.443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优化（含 D8）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3.354</c:v>
                </c:pt>
                <c:pt idx="1">
                  <c:v>3.337</c:v>
                </c:pt>
                <c:pt idx="2">
                  <c:v>3.258</c:v>
                </c:pt>
                <c:pt idx="3">
                  <c:v>3.324</c:v>
                </c:pt>
                <c:pt idx="4">
                  <c:v>3.36</c:v>
                </c:pt>
                <c:pt idx="5">
                  <c:v>3.392</c:v>
                </c:pt>
                <c:pt idx="6">
                  <c:v>3.435</c:v>
                </c:pt>
                <c:pt idx="7">
                  <c:v>3.487</c:v>
                </c:pt>
                <c:pt idx="8">
                  <c:v>3.422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414F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DNS-MOS OVRL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不处理（原始输入）</c:v>
                </c:pt>
                <c:pt idx="1">
                  <c:v>基线（对齐固件）</c:v>
                </c:pt>
                <c:pt idx="2">
                  <c:v>基线 + D1</c:v>
                </c:pt>
                <c:pt idx="3">
                  <c:v>基线 + D1 + D5</c:v>
                </c:pt>
                <c:pt idx="4">
                  <c:v>基线 + D1 + D5 + D6</c:v>
                </c:pt>
                <c:pt idx="5">
                  <c:v>优化（含 D8）</c:v>
                </c:pt>
                <c:pt idx="6">
                  <c:v>参照路径（ENC_Core）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3.321</c:v>
                </c:pt>
                <c:pt idx="1">
                  <c:v>3.301</c:v>
                </c:pt>
                <c:pt idx="2">
                  <c:v>3.301</c:v>
                </c:pt>
                <c:pt idx="3">
                  <c:v>3.301</c:v>
                </c:pt>
                <c:pt idx="4">
                  <c:v>3.308</c:v>
                </c:pt>
                <c:pt idx="5">
                  <c:v>3.374</c:v>
                </c:pt>
                <c:pt idx="6">
                  <c:v>3.384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414F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243A"/>
                </a:solidFill>
                <a:latin typeface="微软雅黑"/>
                <a:ea typeface="微软雅黑"/>
              </a:rPr>
              <a:t>NS 降噪组件化与对比测试报告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C6FA8"/>
                </a:solidFill>
                <a:latin typeface="微软雅黑"/>
                <a:ea typeface="微软雅黑"/>
              </a:rPr>
              <a:t>固件算法摘取　·　缺陷归因　·　DNS-MOS 感知质量评估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被测对象：ENC 降噪算法（noise_suppressor.c 及其依赖，共 29 个源文件）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评价方式：12 类逐帧指标 + DNS-MOS 无参考感知质量评估（7 个变体）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感知质量（OVRL）：不处理 3.3207 → 基线 3.3011 → 修复后 3.3743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数据规模：9 段音频 × 3 个抑制等级（L0 / L1 / L3），逐帧记录 12 类指标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报告日期：Oct 16 2026 10:57:41</a:t>
            </a:r>
          </a:p>
        </p:txBody>
      </p:sp>
      <p:pic>
        <p:nvPicPr>
          <p:cNvPr id="5" name="Picture 4" descr="FigT02_组件架构与数据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74163"/>
            <a:ext cx="5394960" cy="2532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 页 / 共 34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一句话答案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感知质量口径（DNS-MOS OVRL，5 分制）：不处理 3.3207 → 基线 3.3011 → 修复后 3.3743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微软雅黑"/>
                <a:ea typeface="微软雅黑"/>
              </a:rPr>
              <a:t>基线比“完全不处理”低 0.0196；修复后反超不处理 0.0536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基线把质量做“低”了：OVRL 3.3011，低于不处理的 3.3207（低 0.0196）。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修复后反超不处理：OVRL 3.3743，比基线高 0.0732。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四项修复里只有 D8 有效：D1 / D5 对输出影响为零，D6 影响极小（第 15 / 20 页）。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结论建立在 9 个文件、19046 帧的逐帧指标与 63 段 DNS-MOS 评分之上（第 19 页）。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46304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柱状数据内嵌自 dnsmos/dnsmos_summary.csv 的 OVRL 列，逐变体一一对应。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 页 / 共 34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三项核心结论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每一条都能回溯到具体页面与具体列；无数据项以 — 占位，不预设通过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5200" cy="3017520"/>
          </a:xfrm>
          <a:prstGeom prst="roundRect">
            <a:avLst/>
          </a:prstGeom>
          <a:solidFill>
            <a:srgbClr val="F4F7F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微软雅黑"/>
                <a:ea typeface="微软雅黑"/>
              </a:rPr>
              <a:t>结论一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D8 成立且已修：fastpow2 定义域缺陷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NaN 帧数 481 → 0（19046 帧总）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speech_prob_mean 饱和率 92.3% → 13.1%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→ 第 13 / 14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8160" y="1417320"/>
            <a:ext cx="3505200" cy="3017520"/>
          </a:xfrm>
          <a:prstGeom prst="roundRect">
            <a:avLst/>
          </a:prstGeom>
          <a:solidFill>
            <a:srgbClr val="F4F7FA"/>
          </a:solidFill>
          <a:ln w="15875">
            <a:solidFill>
              <a:srgbClr val="2C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C6FA8"/>
                </a:solidFill>
                <a:latin typeface="微软雅黑"/>
                <a:ea typeface="微软雅黑"/>
              </a:rPr>
              <a:t>结论二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D1 / D5 修复对输出严格为零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输出 WAV 逐字节相同：9/9（D1）、9/9（D5）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钳位命中：全变体 0 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→ 第 15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1417320"/>
            <a:ext cx="3505200" cy="3017520"/>
          </a:xfrm>
          <a:prstGeom prst="roundRect">
            <a:avLst/>
          </a:prstGeom>
          <a:solidFill>
            <a:srgbClr val="F4F7FA"/>
          </a:solidFill>
          <a:ln w="15875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98A12"/>
                </a:solidFill>
                <a:latin typeface="微软雅黑"/>
                <a:ea typeface="微软雅黑"/>
              </a:rPr>
              <a:t>结论三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基线感知质量低于不处理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OVRL 基线 3.3011 &lt; 不处理 3.3207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差值 -0.0196（基线更差）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→ 第 16 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C"/>
                </a:solidFill>
                <a:latin typeface="微软雅黑"/>
                <a:ea typeface="微软雅黑"/>
              </a:rPr>
              <a:t>判读口径：DNS-MOS 为无参考感知质量模型打分（非听感主观评价），四指标为 SIG / BAK / OVRL / P808_MOS。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C"/>
                </a:solidFill>
                <a:latin typeface="微软雅黑"/>
                <a:ea typeface="微软雅黑"/>
              </a:rPr>
              <a:t>本页数值随 build_deck.py 重建自动更新，来源为 dnsmos_summary.csv 与 L3 级别的逐帧指标。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 页 / 共 34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语音整体质量对比（DNS-MOS）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四指标 × 7 变体：修复后 OVRL 3.3743，基线 3.3011，参照路径 3.3838；差异集中在 BAK 与 OVRL</a:t>
            </a:r>
          </a:p>
        </p:txBody>
      </p:sp>
      <p:pic>
        <p:nvPicPr>
          <p:cNvPr id="4" name="Picture 3" descr="FigT23_DNSMOS语音质量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9" y="1234440"/>
            <a:ext cx="109078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4 页 / 共 34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问题所在：5 项缺陷 + 3 项零效果 + 1 项定性修正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一页看全本次测试对每个缺陷的判定、影响与修复效果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3200400"/>
                <a:gridCol w="1554480"/>
                <a:gridCol w="2743200"/>
                <a:gridCol w="2468880"/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实测影响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修复效果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fastpow2 定义域缺陷 → NaN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本次新发现，成立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speech_prob_mean 481 帧 NaN、饱和率 92.3%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已修复 → OVRL 提升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未初始化 Y[257] 污染 signal_energy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成立（审查报告）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诊断量被改变，但未传导至输出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修复后输出逐字节相同 → 无效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输出钳位量程写死 24bit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成立（审查报告）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钳位从未触发（0 命中）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修复后输出逐字节相同 → 无效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fastsqrt 位近似开方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成立（审查报告）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改变数值路径与 NaN 分布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影响极小（OVRL +0.0067）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中断触发丢失、双缓冲错位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未覆盖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需硬件中断竞争上下文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未验证（第 18 页）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ENC 关闭期采集指针不递增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未覆盖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属 app 层调度行为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未验证（第 18 页）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判定只取三种值：成立 / 未覆盖 / 不成立；“零效果”指修复后输出 WAV 与基线逐字节相同（第 15 页）或感知差异低于模型分辨率（第 20 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5 页 / 共 34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本次测试的定位与边界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5 章导览 + 关键数字；本报告只主张“本次量测范围内”的结论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914400"/>
                <a:gridCol w="70408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章节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1 章 结论先行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1–6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一句话答案、三项核心结论、DNS-MOS 总览、问题所在、定位与边界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2 章 被测对象与评价方法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7–11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组件摘取与架构、量纲与测试数据、评价方法、构建可复现、一键复现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3 章 发现的问题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12–18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缺陷判定矩阵、D8 根因与影响范围、零效果修复、基线低于不处理、未覆盖项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4 章 修复与效果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19–25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DNS-MOS 逐文件明细、分层效果、消融五组、诊断量轨迹、信号层、互证、性能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5 章 结论与附录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26–34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结论与建议、修复优先级、限制与假设、图件与数据索引、检查方法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6FA8"/>
                </a:solidFill>
                <a:latin typeface="微软雅黑"/>
                <a:ea typeface="微软雅黑"/>
              </a:rPr>
              <a:t>关键数字：9 个文件　·　总时长 190.4 s　·　总帧数 19046　·　5 个消融变体 + 不处理 + 参照　·　12 类逐帧指标　·　23 张图件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边界一：被测对象是组件层（ENC/NS_Component），不含 app 层调度与中断上下文。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边界二：harness 为单线程连续调用，D2 / D3 这类时序缺陷无法复现（第 18 页）。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边界三：感知质量由 DNS-MOS 模型给出，不等价于听感主观评价；量纲假设见第 29 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6 页 / 共 34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从固件工程中摘出的独立组件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29 个源文件逐文件搬运，只改 include 与平台宏，算法算式零改动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分层：api/（ns_api.h 公共入口）· src/（算法 29 文件）· compat/（CMSIS 兼容层）· harness/（Test）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摘取范围：enc.c / noise_suppressor.c / fast_math.c / histograms.c / prior_signal_model*.c 等（计划书 14.1 冻结清单）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去平台化：GPIO 打点、__breakpoint、RAM 段宏、厂商头文件全部剥离，不参与编译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唯一改动通道：src/ns_patch.h 的 D1 / D5 / D6 / D8 四个编译开关（第 10 页）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接口冻结：48 kHz / 480 样本每帧（10 ms）/ 单声道 / 256 点 FFT</a:t>
            </a:r>
          </a:p>
        </p:txBody>
      </p:sp>
      <p:pic>
        <p:nvPicPr>
          <p:cNvPr id="5" name="Picture 4" descr="FigT02_组件架构与数据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86" y="2880360"/>
            <a:ext cx="7304378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7 页 / 共 34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量纲与测试数据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量纲必须与固件一致，否则钳位边界与谱能量都会失真；数据规模 190.42 秒 / 19046 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C6FA8"/>
                </a:solidFill>
                <a:latin typeface="微软雅黑"/>
                <a:ea typeface="微软雅黑"/>
              </a:rPr>
              <a:t>16bit WAV（±32768）  →  ×256（左移 8 位）  →  24bit 量纲（±8388608）  →  NS_Process48k  →  ÷256 + 钳位（−32768 … 32767）  →  16bit 输出 WAV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5120640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3440"/>
                <a:gridCol w="1024128"/>
                <a:gridCol w="1024128"/>
                <a:gridCol w="1109472"/>
                <a:gridCol w="1109472"/>
              </a:tblGrid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时长 (s)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帧数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输入 RMS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衰减 (dB)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18.62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1863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271826.5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0.944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21.06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2106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252324.2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0.447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16.96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1696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296262.8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0.440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17.88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1788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452490.6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1.313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17.86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1786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317329.0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0.664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42.30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4231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889615.3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19.63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344521.5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0.421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19.05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314724.2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294838.1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20116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依据一：drv_alg.c:46 `#define I2S_INOUT_RESOLUTION_LEVEL (2)`；依据二：drv_alg.c:646 `&gt;&gt; 8`。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算法内部钳位与 24bit 匹配：noise_suppressor.c:439 的 ±8388607。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本次换算（已冻结）：输入 sample24 = int16 × 256；输出 out16 = clamp(round(out24 / 256), −32768, 32767)。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风险：若出厂固件的 I2S_INOUT_RESOLUTION_LEVEL 不是 2，基线需按 16bit 重跑（第 29 / 34 页）。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8 页 / 共 34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如何评价：逐帧指标 + 感知质量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两条互补的证据链：可逐帧复算的过程量，与面向听感的质量分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7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59"/>
                <a:gridCol w="4023360"/>
                <a:gridCol w="3108959"/>
                <a:gridCol w="2743199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代表列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时域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frame_idx / in_rms / out_rms / atten_db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衰减是否发生、发生多少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可逐行复算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频域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signal_energy / signal_spectral_sum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能量与谱形态是否失真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 的污染入口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diff_normalization / speech_prob_mean / prior_speech_prob / gain_adjustment / clamp_hits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算法内部决策是否偏移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 / D8 的观测点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性能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elapsed_us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实时性是否达标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RTF 与分位耗时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DNS-MOS：无参考语音质量评估模型，输出 SIG / BAK / OVRL / P808_MOS 四项分数（1–5，越高越好）。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为什么不用 PESQ：PESQ 属有参考评估，需要与干净参考信号逐样本对齐；本次素材的“原始”本身已含噪，不存在可用作参考的干净版本，故改用无参考的 DNS-MOS。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评分对象：每个变体在每个文件上的输出 WAV，共 7 变体 × 9 文件 = 63 段（逐段按时长分片后取均值）。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两条证据链的分工：逐帧指标解释“为什么变”，DNS-MOS 回答“变得好不好”。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局限：DNS-MOS 是客观模型打分，不等价于听感主观评价（第 29 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9 页 / 共 34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构建可复现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指纹逐项留档：报告中的每个数字都能对应到一次确定的编译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8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65763"/>
                <a:gridCol w="1866543"/>
                <a:gridCol w="1866543"/>
                <a:gridCol w="1866543"/>
                <a:gridCol w="1866543"/>
                <a:gridCol w="1866543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指纹项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baseline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d1d5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d1d5d6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optimized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变体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BASELINE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OPTIMIZED_D1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OPTIMIZED_D1D5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OPTIMIZED_D1D5D6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OPTIMIZED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开关位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样本深度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CMake 生成器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Visual Studio 17 2022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Visual Studio 17 2022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Visual Studio 17 2022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Visual Studio 17 2022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Visual Studio 17 2022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构建类型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Release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Release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Release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Release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Release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编译器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MSVC 19.44.35226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MSVC 19.44.35226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MSVC 19.44.35226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MSVC 19.44.35226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MSVC 19.44.35226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C 编译选项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/O2 /W3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/O2 /W3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/O2 /W3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/O2 /W3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/O2 /W3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git 提交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1c4b436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1c4b436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1c4b436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1c4b436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1c4b436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构建时间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Oct 16 2026 10:57:41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Oct 16 2026 10:57:42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Oct 16 2026 10:57:44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Oct 16 2026 10:57:45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Oct 16 2026 10:57:46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开关位（patch_flags，逐值读自 build_info.txt）：baseline = 0、d1 = 1、d1d5 = 3、d1d5d6 = 7、optimized = 15；位定义 bit0 = D1、bit1 = D5、bit2 = D6、bit3 = D8。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编译器与选项固定，构建类型 Release；同一 commit 可复现同一份 .pptx 输入。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重建方式：python build_deck.py（第 11 页给出全部命令）。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10 页 / 共 34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一键复现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从源码到本报告的完整链路；下列命令即本次测试实际执行的命令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# 1) 构建组件与 harness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cmake -S ENC/NS_Component -B ENC/NS_Component/build -G "Visual Studio 17 2022"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cmake --build ENC/NS_Component/build --config Release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# 2) 基线测量（level 3）与优化测量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ENC/Test/bin/Release/ns_runner.exe baseline 3 "Test_Audio/AudioSample-48000hz" "ENC/Test/data"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ENC/Test/bin/Release/ns_runner.exe optimized 3 "Test_Audio/AudioSample-48000hz" "ENC/Test/data"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# 3) 出图 → 出 PPT → 校验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cd ENC/Test/analysis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1B2733"/>
                </a:solidFill>
                <a:latin typeface="微软雅黑"/>
                <a:ea typeface="微软雅黑"/>
              </a:rPr>
              <a:t>python run_all.py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run_all.py 内部依次调用出图脚本、build_deck.py、check_deck.py。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单独重建报告：python build_deck.py；单独校验：python check_deck.py。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校验命令原文见第 34 页；渲染只走仓库内置 LibreOffice Kit，不调用系统 LibreOffice。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11 页 / 共 34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问题总览：判定矩阵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先给判定，再给证据：每一项缺陷要么有实测依据，要么明确标注未覆盖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6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19"/>
                <a:gridCol w="1280159"/>
                <a:gridCol w="4023360"/>
                <a:gridCol w="2926079"/>
                <a:gridCol w="1737359"/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关键实测证据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对输出的影响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修复效果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诊断量被改变（signal_energy 等 4 列）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逐字节相同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钳位从未触发（0 命中）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逐字节相同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改变数值路径与 NaN 分布（481 → 500）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不同但感知差 +0.0067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极小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成立（新发现）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NaN 481 帧 + 饱和率 92.3%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变为有效值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显著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未覆盖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需中断竞争上下文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单线程 harness 无法复现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未验证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未覆盖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属 app 层调度行为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组件层不体现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未验证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“无效 / 极小 / 显著”三级来自同一口径：输出 WAV 的逐字节比较与 DNS-MOS OVRL 变化（第 15 / 20 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12 页 / 共 34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D8：新发现的 NaN 缺陷（根因）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fast_math.c 的 fastpow2 在定义域外取值错误，NaN 经 fastexp 传播到语音概率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 typeface="微软雅黑"/>
              </a:rPr>
              <a:t>fastpow2 位重解释失效  →  avg_log_lrt 计算偏离  →  fastexp(−avg_log_lrt) 在 y &lt; −88.7 时得 NaN  →  speech_probability = NaN  →  speech_prob_mean 为 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根因位置：fast_math.c 的 fastpow2（位重解释实现），在定义域外取值时结果错误。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传播路径：错误值经 fastexp 放大为 NaN；NaN 只污染诊断量 speech_prob_mean。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为什么输出没坏：wiener_filter.c 的 MIN(NaN, 1.0f) 在 C 宏语义下返回 1.0f，把 NaN 挡在滤波器之外。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为什么仍要修：NaN 使该帧的诊断量完全不可用，并让整个变体的 speech_prob_mean 长期饱和（第 14 页）。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判定：属“数值失效”类缺陷，而非“量级偏差”类 —— 优先级高于 D1 / D5 / D6。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13 页 / 共 34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D8 的影响范围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NaN 之外更严重的是饱和：基线 92.3% 的帧把 speech_prob_mean 顶在 1.0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011680"/>
                <a:gridCol w="219456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基线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优化（含 D8）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判读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NaN 帧数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481 / 19046 = 2.53%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speech_prob_mean 中位数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0.9399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基线饱和在 1.0，修复后回到真实分布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饱和率（≥ 0.999 的帧占比）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92.3%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13.1%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诊断量信息在基线中几乎完全丢失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1% / 99% 分位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0.0124 / 1.0000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0.0104 / 1.0000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两端形态一致，差异集中在上端饱和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T10_speech_prob_mean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105" y="3977639"/>
            <a:ext cx="9246741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14 页 / 共 34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D1 / D5 / D6：修复效果实测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D1 / D5 对输出严格为零（逐字节相同）；D6 改变了输出，但幅度极小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3017520"/>
                <a:gridCol w="2743200"/>
                <a:gridCol w="2926080"/>
                <a:gridCol w="118872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机理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 WAV 逐字节比较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诊断量变化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未初始化 Y[257] 污染 signal_energy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9/9 逐字节相同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诊断量改变但未传导到输出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输出钳位量程写死 24bit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9/9 逐字节相同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钳位从未触发（总命中 0）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fastsqrt 位近似开方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0/9 相同（即全部不同）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NaN 帧数 481 → 500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极小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判据：对同一变体的 9 个输出 WAV 逐文件计算 SHA256，与基线比较；相同即“对输出零影响”。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D1 的意义不在输出：它修的是未定义行为（读未初始化栈内存），移除该风险本身即有价值。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D5 零效果的原因很直接：本次素材的输出从未触达钳位边界，量程写死与否都不影响结果。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D6 是三项“无效修复”中唯一改变输出的：字节变了，但感知差异只有 0.0067（第 20 页）。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因此“修复数量”与“修复收益”无关：四项修复里真正产生收益的只有 D8。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15 页 / 共 34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基线低于不处理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“加了降噪”反而更差：OVRL 与 SIG 双降，BAK 仅微升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834640"/>
                <a:gridCol w="2834640"/>
                <a:gridCol w="26517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不处理（原始输入）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基线（对齐固件）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差值（基线 − 不处理）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OVRL 整体质量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3.3207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3.3011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-0.0196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SIG 语音质量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3.6772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3.6516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-0.0256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BAK 背景噪声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3.9775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3.9870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0.0095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P808_MOS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3.8919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3.9267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0.0347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39319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77639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现象：降噪链路的整体质量与语音质量都低于“完全不处理”，只有背景噪声略有改善。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原因链条：D8 让语音概率长期饱和在 1.0（第 14 页），语音/噪声判定失真，语音成分被误判处理。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修复后（第 4 / 20 页）：OVRL 与 BAK 同时超过不处理，说明 D8 是这条负面链条的源头。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414F"/>
                </a:solidFill>
                <a:latin typeface="微软雅黑"/>
                <a:ea typeface="微软雅黑"/>
              </a:rPr>
              <a:t>· 注意口径：DNS-MOS 是模型打分；该结论只在本次 9 个文件的素材范围内成立。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16 页 / 共 34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前置审查结论的修正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本次实测对《NS移植缺陷审查报告》的两处结论做出修正，并新增一项未覆盖缺陷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7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19"/>
                <a:gridCol w="3108959"/>
                <a:gridCol w="4937760"/>
                <a:gridCol w="1920239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审查原结论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本次修正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依据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量化误差级，影响可忽略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对衰减量确无差异，但会改变数值路径与 NaN 分布（481 → 500），且输出 WAV 与基线不同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15 / 20 页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幅度谱约 0.096% 的固定偏置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实测未观察到可归因于该偏置的感知差异（OVRL +0.0067，低于模型分辨率）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20 页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（审查报告未覆盖）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本次新发现：fastpow2 定义域缺陷导致 NaN 与诊断量饱和，是唯一有效修复项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第 13 / 14 页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修正一（D6）：它不是“无影响”，而是“改变了数值路径，但收益极小” —— 定性从“可忽略”改为“非零但可忽略”。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修正二（D6 误差量级）：0.096% 是审查报告的推算量级，本次实测未测到可归因的感知变化。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新增（D8）：审查报告未覆盖该缺陷；它是本次唯一产生可测收益的修复。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方法说明：修正以本次实测数据为准，不推翻审查报告对缺陷存在的判定。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17 页 / 共 34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未覆盖项：D2 / D3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两项时序与调度类缺陷在单线程 harness 中无法复现，明确标注为未覆盖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D2（严重）：缓冲指针与处理触发不同步 —— 触发条件是 USER2 中断被 USER0 抢占（app_dma.c:247 优先级 1 vs drv_alg.c:558 优先级 2），单线程 harness 不存在该竞争。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D2 需要什么：硬件上实测 Enc_Process 单次耗时分布，确认是否越过 1 ms 帧周期。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D3（中等）：ENC 关闭期间采集指针不递增（drv_alg.c:672-676）—— 属 app 层调度，组件化后被 harness 的连续调用语义覆盖，偏差不显现。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风险声明：两项均为“非崩溃、非静音”类缺陷，无法通过本次指标证伪，故不默认通过。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后续验证项：板端插桩测量 Enc_Process 耗时；在 app 层恢复开关时序后重跑同一素材。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7C"/>
                </a:solidFill>
                <a:latin typeface="微软雅黑"/>
                <a:ea typeface="微软雅黑"/>
              </a:rPr>
              <a:t>本页与第 17 页（结论修正）、第 29 页（限制与假设）、第 34 页（检查方法）共同构成报告的“限制声明”四处，缺一不可。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18 页 / 共 34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DNS-MOS 逐文件明细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9 个文件 × 3 个关键变体的 OVRL：优化在多数文件上抬升，且逐文件离散度下降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10698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逐文件 OVRL 来自 dnsmos/dnsmos_detail.csv（三系列 = 不处理 / 基线 / 优化）。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离散度：OVRL 标准差基线 0.1347 → 优化 0.0643，逐文件表现更一致。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逐段评分为按时长分片后取均值，每文件 7–16 段，共 63 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19 页 / 共 34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四项修复的分层效果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逐项增量（同一套数据、同一口径）：只有 D8 在感知质量上产生可测收益；各列为“加入该修复后相对上一组的增量”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2377440"/>
                <a:gridCol w="2103120"/>
                <a:gridCol w="2377440"/>
                <a:gridCol w="1737360"/>
                <a:gridCol w="128016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对衰减量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 NaN 帧数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 speech_prob 饱和率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 OVRL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—（输出逐字节相同）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0.0000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—（输出逐字节相同）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0.0000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无效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-0.001 dB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481 → 500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92.3%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0.0067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极小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不改变衰减量（口径不变）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500 → 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92.3% → 13.1%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0.0665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显著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20 页 / 共 34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消融五组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NaN 帧数 481（+D1D5）→ 500（+D1D5D6）→ 0（含 D8）；整段衰减 0.581 → 0.621 dB</a:t>
            </a:r>
          </a:p>
        </p:txBody>
      </p:sp>
      <p:pic>
        <p:nvPicPr>
          <p:cNvPr id="4" name="Picture 3" descr="FigT17_消融五组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9" y="1234440"/>
            <a:ext cx="109078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21 页 / 共 34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诊断量轨迹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signal_energy / diff_normalization / gain_adjustment：基线（灰）vs 优化（红）</a:t>
            </a:r>
          </a:p>
        </p:txBody>
      </p:sp>
      <p:pic>
        <p:nvPicPr>
          <p:cNvPr id="4" name="Picture 3" descr="FigT07_signal_energy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9123"/>
            <a:ext cx="5394960" cy="1333754"/>
          </a:xfrm>
          <a:prstGeom prst="rect">
            <a:avLst/>
          </a:prstGeom>
        </p:spPr>
      </p:pic>
      <p:pic>
        <p:nvPicPr>
          <p:cNvPr id="5" name="Picture 4" descr="FigT09_diff_normalization轨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19123"/>
            <a:ext cx="5394960" cy="1333754"/>
          </a:xfrm>
          <a:prstGeom prst="rect">
            <a:avLst/>
          </a:prstGeom>
        </p:spPr>
      </p:pic>
      <p:pic>
        <p:nvPicPr>
          <p:cNvPr id="6" name="Picture 5" descr="FigT11_gain_adjustment轨迹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0803"/>
            <a:ext cx="5394960" cy="13337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34747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三条曲线的基线形态在启动期同向偏离，优化后同步归位 —— 源头是 D1 的写入点（未初始化 Y[257]）。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但这些诊断量的变化并没有传导到输出：D1 单独打开时输出 WAV 逐字节不变（第 15 页）。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speech_prob_mean 的 NaN 断点属 D8（第 14 页），与 D1 传导链分开归因，不要混淆。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结论：诊断量的“可见变化”不等于“可测收益”，判据必须落在输出与感知质量上。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22 页 / 共 34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信号层面：声谱与波形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差异集中在背景噪声段，语音主能量区基本重合</a:t>
            </a:r>
          </a:p>
        </p:txBody>
      </p:sp>
      <p:pic>
        <p:nvPicPr>
          <p:cNvPr id="4" name="Picture 3" descr="FigT05_声谱三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4023"/>
            <a:ext cx="5394960" cy="2532634"/>
          </a:xfrm>
          <a:prstGeom prst="rect">
            <a:avLst/>
          </a:prstGeom>
        </p:spPr>
      </p:pic>
      <p:pic>
        <p:nvPicPr>
          <p:cNvPr id="5" name="Picture 4" descr="FigT06_声谱差异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54023"/>
            <a:ext cx="5394960" cy="2532634"/>
          </a:xfrm>
          <a:prstGeom prst="rect">
            <a:avLst/>
          </a:prstGeom>
        </p:spPr>
      </p:pic>
      <p:pic>
        <p:nvPicPr>
          <p:cNvPr id="6" name="Picture 5" descr="FigT03_波形对比全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442" y="4160520"/>
            <a:ext cx="8322067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23 页 / 共 34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与另一条移植路径互证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参照路径与本次优化的感知质量同向：OVRL 3.3838 vs 3.3743、BAK 4.1334 vs 4.1205</a:t>
            </a:r>
          </a:p>
        </p:txBody>
      </p:sp>
      <p:pic>
        <p:nvPicPr>
          <p:cNvPr id="4" name="Picture 3" descr="FigT20_参照形态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9" y="1234440"/>
            <a:ext cx="109078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24 页 / 共 34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性能与资源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单帧耗时（1.wav / L3）与实时率：修复不构成实时性风险</a:t>
            </a:r>
          </a:p>
        </p:txBody>
      </p:sp>
      <p:pic>
        <p:nvPicPr>
          <p:cNvPr id="4" name="Picture 3" descr="FigT19_单帧耗时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1469"/>
            <a:ext cx="5394960" cy="3746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463040"/>
          <a:ext cx="539496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18872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变体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均值 (µs)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P95 (µs)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最大 (µs)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RTF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基线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21.7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33.0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101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优化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25.6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35.0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110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0.0024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31089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帧预算：10 ms / 帧（1 ms I2S 帧周期的 10 倍余量）。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RTF 口径：总耗时 / 音频总时长，整段聚合（第 16 / 20 页同口径）。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D6 的精确开方每帧多 128 次，落在此处的耗时分布内。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25 页 / 共 34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结论可复现：同一命令、同一输入、同一开关组合，得到同一份报告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结论一：D8 是本次唯一产生可测收益的修复 —— NaN 481 → 0 帧，OVRL 3.3078 → 3.3743。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结论二：D1 / D5 对输出严格为零（9/9 输出 WAV 逐字节相同，钳位 0 命中）；D6 改变输出但感知差异极小。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结论三：基线感知质量低于不处理 —— OVRL 3.3011 &lt; 3.3207，说明携带缺陷的降噪链路会主动降低质量。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结论四：D2 / D3 未覆盖，报告不主张“移植完全等价”，只主张“本次量测范围内等价”。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4F"/>
                </a:solidFill>
                <a:latin typeface="微软雅黑"/>
                <a:ea typeface="微软雅黑"/>
              </a:rPr>
              <a:t>· 建议：D8 立即合入；D1 建议合入（消除未定义行为，成本低）；D5 / D6 按需评估（第 27 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报告口径：抑制等级 L3；DNS-MOS 与逐帧指标的口径说明见第 9 / 29 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26 页 / 共 34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修复优先级（按实测效果排序）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排序依据是可测收益与风险，而不是缺陷数量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377440"/>
                <a:gridCol w="4206240"/>
                <a:gridCol w="301752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修复项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实测依据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P0 必修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D8（fastpow2 定义域）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NaN 500 → 0 帧；饱和率 92.3% → 13.1%；OVRL +0.0665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立即合入：它是唯一把“诊断量失效”变回“可用”的修复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P1 建议修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D1（未初始化 Y[257]）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9/9 逐字节相同（对输出零影响）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成本极低且消除未定义行为，建议合入（收益不在本次指标上）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P2 可选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D6（fastsqrt 精度）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OVRL +0.0067；NaN 帧数 481 → 500（改变了分布）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按需评估：不改善衰减指标，仅改变数值路径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P3 低优先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D5（钳位量程）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输出 WAV 9/9 逐字节相同；钳位总命中 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可延后：本次素材从未触达钳位边界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待验证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D2 / D3（时序类）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需中断竞争上下文，本次未覆盖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板端插桩实测 Enc_Process 耗时后再定级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P0/P1/P2/P3 只反映“本次实测量到的收益”；D1 的未定义行为风险不体现在指标上，因此仍列为 P1。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27 页 / 共 34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失败与边界案例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本次测试中出现的失败与边界：NaN 帧、钳位边界、变体间零差异</a:t>
            </a:r>
          </a:p>
        </p:txBody>
      </p:sp>
      <p:pic>
        <p:nvPicPr>
          <p:cNvPr id="4" name="Picture 3" descr="FigT22_失败与边界案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" y="1371600"/>
            <a:ext cx="513527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4630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NaN：基线 481 帧的 speech_prob_mean 为 nan（D8），报告按原样保留、不替换为 0。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钳位边界：所有变体、所有文件的钳位命中均为 0 —— 本次没有触达量程边界，这本身是一条边界结论。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零差异：D1 / D5 相对基线的输出 WAV 逐字节相同，属“修复存在但输出不变”的极端情形。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饱和：基线 92.3% 的帧 speech_prob_mean ≥ 0.999，诊断量在该区间无法区分语音与噪声。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数据缺口：d1 / d1d5 / d1d5d6 缺 L0 / L1 汇总，报告统一按 L3 口径。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图件 FigT22 汇总失败与边界案例；本页列出口径层面的边界条件。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28 页 / 共 34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限制与假设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以下条件不成立时，报告结论需要重跑；未覆盖项不默认通过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量纲假设（2.7 节）：输入左移 8 位对齐 24bit（sample24 = int16 × 256），输出右移 8 位还原并钳位；基于 drv_alg.c:46 的 I2S_INOUT_RESOLUTION_LEVEL (2)。若出厂固件使用其它值，基线需重跑。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评价方法限制：DNS-MOS 是无参考模型打分，不等价于听感主观评价；PESQ 因缺少干净参考不可用（第 9 页）。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测试环境限制：单线程 harness，无中断竞争与 app 层调度，因此 D2 / D3 未覆盖（第 18 页）。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数据完整性限制：d1 / d1d5 / d1d5d6 仅有 L3 数据，L0 / L1 的对照结论不适用于这三个变体。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4F"/>
                </a:solidFill>
                <a:latin typeface="微软雅黑"/>
                <a:ea typeface="微软雅黑"/>
              </a:rPr>
              <a:t>· 范围限制：结论只覆盖 ENC 组件层与本次 9 个素材；不主张移植完全等价、也不主张板端等价。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本页与第 17 / 18 / 34 页共同构成限制声明；任一页的结论被引用时都必须同时引用这些边界。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29 页 / 共 34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附录 A：图件与脚本索引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23 张图件的版位、数据源与生成脚本；全部由 ENC/Test/analysis 下的脚本产出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212078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8907"/>
                <a:gridCol w="2561108"/>
                <a:gridCol w="673975"/>
                <a:gridCol w="125808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版位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生成脚本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 个文件的时长与能量衰减汇总柱状图（基线 v…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组件架构与数据流（标注真实文件路径）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静态绘制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波形对比（1.wav 全段）：原始 / 基线 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fig_waveform.py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FigT04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波形对比（放大 0.5 s 片段，取 5–5.…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fig_waveform.py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声谱图三联（原始 / 基线 / 优化）：512…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fig_spectrogram.py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声谱差异图（基线谱 − 优化谱，dB）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fig_spectrogram.py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signal_energy 轨迹（基线 vs 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Y[257] 取值由 signal_energ…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FigT09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diff_normalization 轨迹对比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speech_prob_mean 轨迹对比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gain_adjustment 轨迹对比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逐帧 atten_db 轨迹（基线 vs 优化）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371600"/>
          <a:ext cx="5212078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8907"/>
                <a:gridCol w="2561108"/>
                <a:gridCol w="673975"/>
                <a:gridCol w="125808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版位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生成脚本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分频带衰减柱状对比（0–4 / 4–8 / 8…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FigT14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LTAS 对比（原始 / 基线 / 优化三条曲…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fig_spectrogram.py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钳位命中统计（逐文件柱状 + 总命中）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启动期（前 200 帧）放大视图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条带图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fig_trace.py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消融五组对比（基线 / +D1 / +D1D5…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 个文件的 atten_db 箱线图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FigT19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单帧耗时分布直方图 + RTF 标注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FigT20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与 Project/ENC_Core 参照的形…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fig_reference.py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FigT21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无语音段 vs 语音段的衰减对比（按 spee…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FigT22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失败与边界案例（如出现 NaN、异常衰减、钳位…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半页图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fig_summary.py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FigT23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DNS-MOS 四指标 × 7 变体的感知质量…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整页图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fig_dnsmos.py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图件完整描述与数据源见计划书 9.4 节；数据路径：ENC/Test/data/&lt;variant&gt;/&lt;level&gt;/ 与 ENC/Test/data/dnsmos/；报告脚本：deck_data.py / build_deck.py / check_deck.py。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30 页 / 共 34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逐文件明细（基线）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放大镜下的基线：这是后续一切对比的参照系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7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1511"/>
                <a:gridCol w="1177814"/>
                <a:gridCol w="1177814"/>
                <a:gridCol w="1570419"/>
                <a:gridCol w="1570419"/>
                <a:gridCol w="1472267"/>
                <a:gridCol w="1570419"/>
                <a:gridCol w="1177814"/>
              </a:tblGrid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时长 (s)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帧数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输入 RMS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 RMS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衰减 (dB)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总耗时 (ms)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钳位命中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18.62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1863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271826.5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243821.9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0.944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40.5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21.06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2106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252324.2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239673.1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0.447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44.1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16.96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1696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296262.8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281616.7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0.440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39.8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17.88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1788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452490.6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389015.1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1.313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41.7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17.86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1786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317329.0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293986.4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0.664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46.4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42.30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4231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889615.3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847856.2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111.6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19.63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1963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344521.5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328211.0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0.421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48.6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19.05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1906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314724.2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300097.1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0.413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42.6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17.07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1707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294838.1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281031.3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0.417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42.2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报告口径：抑制等级 L3，逐文件汇总来自 summary_&lt;variant&gt;_L3.csv；钳位命中全列为 0（第 15 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31 页 / 共 34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附录：12 类逐帧指标定义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列定义与测试 harness 的导出表头逐字一致，禁止写 NaN / Inf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8" cy="4398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005840"/>
                <a:gridCol w="5852159"/>
                <a:gridCol w="1463039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列名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frame_idx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int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帧序号，从 0 开始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时域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in_rms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本帧输入 RMS（24bit 量纲）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时域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out_rms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本帧输出 RMS（24bit 量纲）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时域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atten_db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20·log10(in_rms / out_rms)；out_rms=0 记为 999.0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时域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signal_energy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频域能量累加量（D1 的写入点；D8 会使其上游失真）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频域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signal_spectral_sum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信号谱幅度总和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频域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diff_normalization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谱差特征归一化量（传导链第二级）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speech_prob_mean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帧内语音概率均值；D8 唯一被 NaN 污染的列（第 13 / 14 页）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prior_speech_prob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先验语音概率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gain_adjustment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float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维纳增益调节量（传导链第四级）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clamp_hits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int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本帧触达钳位边界的样本数；实测全变体为 0（第 15 页）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诊断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elapsed_us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int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本帧 NS_Process48k 耗时（微秒）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性能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数值格式：浮点 %.9g、整数 %d；实测出现的 nan 已归因到 D8（第 13 / 14 页），报告按原样保留、不替换为 0。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32 页 / 共 34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附录：DNS-MOS 逐文件数据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供复核第 19 页图表：逐文件的 OVRL 与“优化 − 基线”增量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78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2832"/>
                <a:gridCol w="1146265"/>
                <a:gridCol w="2101487"/>
                <a:gridCol w="2101487"/>
                <a:gridCol w="2101487"/>
                <a:gridCol w="1814920"/>
              </a:tblGrid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分段数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不处理 OVRL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基线 OVRL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优化 OVRL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增量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1.wav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3.4256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3.2010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3.3545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0.1534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2.wav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3.2835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3.1999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3.3369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0.1370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3.wav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3.1340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3.0492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3.2575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0.2083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4.wav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3.1865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3.2931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3.3241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0.0310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5.wav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3.3004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3.2824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3.3599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0.0775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6.wav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3.2510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3.2971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3.3916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0.0946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7.wav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3.5022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3.4571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3.4352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-0.0218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8.wav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3.4347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3.4877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3.4875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-0.0002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9.wav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3.3685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3.4428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3.4217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-0.0211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C"/>
                </a:solidFill>
                <a:latin typeface="微软雅黑"/>
                <a:ea typeface="微软雅黑"/>
              </a:rPr>
              <a:t>数据源：ENC/Test/data/dnsmos/dnsmos_detail.csv；OVRL 为分段评分按时长加权均值。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33 页 / 共 34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3414F"/>
                </a:solidFill>
                <a:latin typeface="微软雅黑"/>
                <a:ea typeface="微软雅黑"/>
              </a:rPr>
              <a:t>附录 B：检查方法与限制（强制页）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C"/>
                </a:solidFill>
                <a:latin typeface="微软雅黑"/>
                <a:ea typeface="微软雅黑"/>
              </a:rPr>
              <a:t>校验范围、视觉责任归属、量纲假设与无效修复结论；本页不允许被省略或简化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98448"/>
          <a:ext cx="106984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4297680"/>
                <a:gridCol w="320040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校验类别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工具与方法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通过标准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产物</a:t>
                      </a:r>
                    </a:p>
                  </a:txBody>
                  <a:tcPr anchor="ctr" marL="64008" marR="45720" marT="18288" marB="18288">
                    <a:solidFill>
                      <a:srgbClr val="2C6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结构校验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check_office.py（ZIP/XML 完整性与内部关系）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verdict = pass；页数 = 34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preview/checks.json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内容校验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check_office.py --count 34 --contains "结论" --contains "附录"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页数与关键文本断言通过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preview/checks.json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渲染预览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LibreOffice Kit：convert（PDF）+ render（34 页 PNG, dpi 144）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PDF + page-0001..0034.png；missingFonts 为空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preview/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边界自检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build_deck.py 内置：逐 shape 判定是否越出 13.333 × 7.5 in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越界数 = 0（逐页记录见 _reports/deck_bounds.json）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_reports/deck_bounds.json</a:t>
                      </a:r>
                    </a:p>
                  </a:txBody>
                  <a:tcPr anchor="ctr" marL="64008" marR="45720" marT="18288" marB="18288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视觉检查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视觉模型对 preview/page-0001..0034.png 逐页检查版式（溢出 / 遮挡 / 字号可读性 / 中文字体渲染）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逐页结论记入 _reports/visual_check.json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4F"/>
                          </a:solidFill>
                          <a:latin typeface="微软雅黑"/>
                          <a:ea typeface="微软雅黑"/>
                        </a:rPr>
                        <a:t>_reports/visual_check.json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版式已由视觉模型完成自动检查（对 preview/page-0001..0034.png 逐页检查溢出 / 遮挡 / 字号可读性 / 中文字体渲染，结论记入 _reports/visual_check.json），最终以用户审阅 preview/ 后的确认为准；本页不代表已由人工完成视觉验收。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评价方法：感知质量用 DNS-MOS 无参考模型（SIG / BAK / OVRL / P808_MOS）；PESQ 因缺少干净参考不可用（第 9 页）。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哪些修复无效：D1 / D5 对输出零影响（输出 WAV 9/9 逐字节相同）；D6 影响极小；唯一有效的是 D8（第 15 / 20 / 27 页）。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量纲假设（2.7 节）：输入左移 8 位对齐 24bit，输出右移 8 位还原并钳位；基于 drv_alg.c:46 的 I2S_INOUT_RESOLUTION_LEVEL (2)。若出厂固件使用其它值，基线需重跑。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4F"/>
                </a:solidFill>
                <a:latin typeface="微软雅黑"/>
                <a:ea typeface="微软雅黑"/>
              </a:rPr>
              <a:t>· 基线 nan 是被测对象（固件）的固有缺陷表现（D8），只出现在诊断量列 speech_prob_mean（L3 共 481 帧），不是测量故障；报告按原样呈现，未替换为 0。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C"/>
                </a:solidFill>
                <a:latin typeface="微软雅黑"/>
                <a:ea typeface="微软雅黑"/>
              </a:rPr>
              <a:t>NS组件化与对比测试报告　·　第 34 页 / 共 34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